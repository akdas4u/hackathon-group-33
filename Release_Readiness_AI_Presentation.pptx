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28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46120"/>
            <a:ext cx="12191695" cy="73152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 Readiness AI Assistant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C6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CAB Approval &amp; Go/No-Go Decision Engine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Hackathon Group 33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7899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 Coordinators spend 2–4 hours per release manually collating evidence across Jira, GitHub, SonarQube, test results, and Azure Monitor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Fragmented, experience-dependent process — critical blockers slip through unnoticed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PRs, failed quality gates, and configuration gaps cause production rollbacks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rollback costs roughly 1.5–3 hours to recover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 cadence is accelerating with AI-assisted development — manual validation is becoming a governance liability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 Readiness AI Assistant  |  Hackathon Group 33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6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AI-powered check replaces manual evidence-gathering across every pipeline stage.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7899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Coordinator triggers a single Release Readiness check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pipeline stages are evaluated simultaneously — no manual tool-hopping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synthesizes findings into a written risk assessment, not just a pass/fail label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Evidence-backed GO / NO-GO decision produced in minutes, not hours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 Readiness AI Assistant  |  Hackathon Group 33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00C6C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23444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  </a:t>
            </a:r>
            <a:pPr indent="0" marL="0">
              <a:buNone/>
            </a:pPr>
            <a:r>
              <a:rPr lang="en-US" sz="1500" dirty="0">
                <a:solidFill>
                  <a:srgbClr val="4A6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Coordinator starts a Release Readiness check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267712"/>
            <a:ext cx="457200" cy="457200"/>
          </a:xfrm>
          <a:prstGeom prst="ellipse">
            <a:avLst/>
          </a:prstGeom>
          <a:solidFill>
            <a:srgbClr val="00C6C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67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221992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  </a:t>
            </a:r>
            <a:pPr indent="0" marL="0">
              <a:buNone/>
            </a:pPr>
            <a:r>
              <a:rPr lang="en-US" sz="1500" dirty="0">
                <a:solidFill>
                  <a:srgbClr val="4A6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pipeline stages checked in parallel: Jira, GitHub, SonarQube, Test Results, Azure Monitor, OWASP/Compliance, Deployment Config, Stress Test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255264"/>
            <a:ext cx="457200" cy="457200"/>
          </a:xfrm>
          <a:prstGeom prst="ellipse">
            <a:avLst/>
          </a:prstGeom>
          <a:solidFill>
            <a:srgbClr val="00C6C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55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3209544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  </a:t>
            </a:r>
            <a:pPr indent="0" marL="0">
              <a:buNone/>
            </a:pPr>
            <a:r>
              <a:rPr lang="en-US" sz="1500" dirty="0">
                <a:solidFill>
                  <a:srgbClr val="4A6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risk assessment synthesizes findings with written reasoning, Low/Medium/High/Critical per stage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242816"/>
            <a:ext cx="457200" cy="457200"/>
          </a:xfrm>
          <a:prstGeom prst="ellipse">
            <a:avLst/>
          </a:prstGeom>
          <a:solidFill>
            <a:srgbClr val="00C6C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42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4197096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 </a:t>
            </a:r>
            <a:pPr indent="0" marL="0">
              <a:buNone/>
            </a:pPr>
            <a:r>
              <a:rPr lang="en-US" sz="1500" dirty="0">
                <a:solidFill>
                  <a:srgbClr val="4A6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Weighted confidence score (0–100%) — a single Critical finding caps the score and forces NO GO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5230368"/>
            <a:ext cx="457200" cy="457200"/>
          </a:xfrm>
          <a:prstGeom prst="ellipse">
            <a:avLst/>
          </a:prstGeom>
          <a:solidFill>
            <a:srgbClr val="00C6C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230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5184648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 </a:t>
            </a:r>
            <a:pPr indent="0" marL="0">
              <a:buNone/>
            </a:pPr>
            <a:r>
              <a:rPr lang="en-US" sz="1500" dirty="0">
                <a:solidFill>
                  <a:srgbClr val="4A6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recommendation rendered: GO / GO WITH CONDITIONS / NO GO, plus a CAB-ready executive summary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 Readiness AI Assistant  |  Hackathon Group 33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52120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Per-stage Pass/Fail with risk rating and cited evidence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AI-written risk reasoning — not just a label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Weighted confidence score with Critical-finding override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Issues panel — blockers highlighted with evidence + remediation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7920" y="1188720"/>
            <a:ext cx="53035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— 3–5 sentences, written for non-technical CAB reviewers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PDF export — full branded report, generated in seconds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 — Coordinator, Manager, QA Lead, DevOps, Administrator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Light/dark themed dashboard with real-time pipeline visibility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 Readiness AI Assistant  |  Hackathon Group 33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Demo: Scripted Failure Path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6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deliberate blockers prove AI detection accuracy on the highest-value CAB use case.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— Blocker 1
</a:t>
            </a:r>
            <a:pPr indent="0" marL="0">
              <a:buNone/>
            </a:pPr>
            <a:r>
              <a:rPr lang="en-US" sz="13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Unmerged hotfix PR open against the release branch
</a:t>
            </a:r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Flagged: Critical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01168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Config — Blocker 2
</a:t>
            </a:r>
            <a:pPr indent="0" marL="0">
              <a:buNone/>
            </a:pPr>
            <a:r>
              <a:rPr lang="en-US" sz="13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external API configuration key
</a:t>
            </a:r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Flagged: Critical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05283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20624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Result:  </a:t>
            </a:r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GO</a:t>
            </a:r>
            <a:pPr indent="0" marL="0">
              <a:buNone/>
            </a:pPr>
            <a:r>
              <a:rPr lang="en-US" sz="1600" dirty="0">
                <a:solidFill>
                  <a:srgbClr val="00C6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Confidence Score: 0%
</a:t>
            </a:r>
            <a:pPr indent="0" marL="0">
              <a:buNone/>
            </a:pPr>
            <a:r>
              <a:rPr lang="en-US" sz="1300" dirty="0">
                <a:solidFill>
                  <a:srgbClr val="C7DE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blockers listed under Critical Issues, with supporting evidence and suggested remediation for each — visible instantly, before CAB submission.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 Readiness AI Assistant  |  Hackathon Group 33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— Problems Solved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 w="12700">
            <a:solidFill>
              <a:srgbClr val="DD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087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6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~95%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6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time: 2–4 hours down to under 15 minutes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2801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 w="12700">
            <a:solidFill>
              <a:srgbClr val="DD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5087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6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17720" y="22860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6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consistent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274320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inputs always produce the same GO/NO-GO decision, regardless of who is on call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0" y="12801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 w="12700">
            <a:solidFill>
              <a:srgbClr val="DD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5087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6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Pre-CAB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412480" y="22860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6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49640" y="274320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Blockers caught before CAB submission, not after — avoiding costly rollbacks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4389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A6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Bridges the gap between raw engineering evidence and a non-technical CAB decision, with one consistent, evidence-backed recommendation.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 Readiness AI Assistant  |  Hackathon Group 33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6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20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.NET 9 / ASP.NET Core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Architecture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Polly (resilience)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OpenTelemetry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authentication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34840" y="12801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6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434840" y="1828800"/>
            <a:ext cx="3520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 + TypeScript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Zustand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TanStack Query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12801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6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0" y="1828800"/>
            <a:ext cx="3520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NUnit + FluentAssertions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Jest + React Testing Library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 (E2E)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k6 (load testing)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 Readiness AI Assistant  |  Hackathon Group 33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Hackathon to Production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7899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Today: all 8 data sources run on representative mocked fixtures — no live external calls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mock maps 1:1 to a named production connector (Jira MCP, GitHub MCP, SonarQube API, Azure Monitor API, OWASP scanner API, Config Management API)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 JWT auth swaps for Azure AD / Entra ID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In-memory repository swaps for SQL Server + EF Core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0528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mock and its replacement is tracked in TECHNICAL_DEBT.md — nothing hidden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 Readiness AI Assistant  |  Hackathon Group 33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3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28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46120"/>
            <a:ext cx="12191695" cy="73152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C6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2026-07-14T20:24:48Z</dcterms:created>
  <dcterms:modified xsi:type="dcterms:W3CDTF">2026-07-14T20:24:48Z</dcterms:modified>
</cp:coreProperties>
</file>